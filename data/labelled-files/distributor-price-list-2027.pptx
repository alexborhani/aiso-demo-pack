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Aiso490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MW-300 controller: 2027 distributor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 price 4,850 per unit; distributor discount 22 per cent</a:t>
            </a:r>
          </a:p>
          <a:p>
            <a:r>
              <a:t>Volume band above 50 units: a further 5 per cent</a:t>
            </a:r>
          </a:p>
          <a:p>
            <a:r>
              <a:t>Prices hold until 30 June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inspection: 1,150 per site</a:t>
            </a:r>
          </a:p>
          <a:p>
            <a:r>
              <a:t>Priority call-out within 8 hours: 3,400 per year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Distributor price list 2027</dc:title>
  <dc:subject/>
  <dc:creator>Meridian Works</dc:creator>
  <cp:keywords/>
  <dc:description>generated using python-pptx</dc:description>
  <cp:lastModifiedBy>Steve Canny</cp:lastModifiedBy>
  <cp:revision>1</cp:revision>
  <dcterms:created xsi:type="dcterms:W3CDTF">2026-09-29T08:00:00Z</dcterms:created>
  <dcterms:modified xsi:type="dcterms:W3CDTF">2026-09-29T08:00:00Z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c1b7d3-8a4f-4f2b-8d6c-2a9f5e1b4d08_Enabled">
    <vt:lpwstr>true</vt:lpwstr>
  </property>
  <property fmtid="{D5CDD505-2E9C-101B-9397-08002B2CF9AE}" pid="3" name="MSIP_Label_e6c1b7d3-8a4f-4f2b-8d6c-2a9f5e1b4d08_SetDate">
    <vt:lpwstr>2026-09-29T08:00:00Z</vt:lpwstr>
  </property>
  <property fmtid="{D5CDD505-2E9C-101B-9397-08002B2CF9AE}" pid="4" name="MSIP_Label_e6c1b7d3-8a4f-4f2b-8d6c-2a9f5e1b4d08_Method">
    <vt:lpwstr>Standard</vt:lpwstr>
  </property>
  <property fmtid="{D5CDD505-2E9C-101B-9397-08002B2CF9AE}" pid="5" name="MSIP_Label_e6c1b7d3-8a4f-4f2b-8d6c-2a9f5e1b4d08_Name">
    <vt:lpwstr>Partner Shared</vt:lpwstr>
  </property>
  <property fmtid="{D5CDD505-2E9C-101B-9397-08002B2CF9AE}" pid="6" name="MSIP_Label_e6c1b7d3-8a4f-4f2b-8d6c-2a9f5e1b4d08_SiteId">
    <vt:lpwstr>0f5e3d2c-1b4a-4968-8776-5a4b3c2d1e0f</vt:lpwstr>
  </property>
  <property fmtid="{D5CDD505-2E9C-101B-9397-08002B2CF9AE}" pid="7" name="MSIP_Label_e6c1b7d3-8a4f-4f2b-8d6c-2a9f5e1b4d08_ActionId">
    <vt:lpwstr>00000000-0000-4000-8000-2a9f5e1b4d08</vt:lpwstr>
  </property>
  <property fmtid="{D5CDD505-2E9C-101B-9397-08002B2CF9AE}" pid="8" name="MSIP_Label_e6c1b7d3-8a4f-4f2b-8d6c-2a9f5e1b4d08_ContentBits">
    <vt:lpwstr>0</vt:lpwstr>
  </property>
</Properties>
</file>